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0" y="-640080"/>
            <a:ext cx="4114800" cy="4114800"/>
          </a:xfrm>
          <a:prstGeom prst="ellipse">
            <a:avLst/>
          </a:prstGeom>
          <a:solidFill>
            <a:srgbClr val="102545"/>
          </a:solidFill>
          <a:ln w="12700">
            <a:solidFill>
              <a:srgbClr val="1025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FundReady AI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057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napkin idea into an investor-ready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room in under 5 minutes.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1264A3"/>
          </a:solidFill>
          <a:ln w="12700">
            <a:solidFill>
              <a:srgbClr val="1264A3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720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Box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920240" y="320040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92024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Apify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83280" y="320040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38328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AWS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Cascadia JS Hackathon  •  2026  |  Team: Solo Ventures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9601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C2A8"/>
                </a:solidFill>
              </a:rPr>
              <a:t>3–4</a:t>
            </a:r>
            <a:endParaRPr lang="en-US" sz="54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WEEKS</a:t>
            </a:r>
            <a:endParaRPr lang="en-US" sz="5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8B5"/>
                </a:solidFill>
              </a:rPr>
              <a:t>of manual prep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154680" y="960120"/>
            <a:ext cx="256032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154680" y="96012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166"/>
                </a:solidFill>
              </a:rPr>
              <a:t>$10K+</a:t>
            </a:r>
            <a:endParaRPr lang="en-US" sz="44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CONSULTANT COST</a:t>
            </a:r>
            <a:endParaRPr lang="en-US" sz="4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8B5"/>
                </a:solidFill>
              </a:rPr>
              <a:t>for a polished deck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943600" y="960120"/>
            <a:ext cx="2834640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0" y="96012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6B"/>
                </a:solidFill>
              </a:rPr>
              <a:t>90%</a:t>
            </a:r>
            <a:endParaRPr lang="en-US" sz="54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COLD EMAILS</a:t>
            </a:r>
            <a:endParaRPr lang="en-US" sz="5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8B5"/>
                </a:solidFill>
              </a:rPr>
              <a:t>go unanswered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Research is scattered across 20+ browser tabs and Google Docs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Market sizing is guesswork — investors see through it immediately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Competitor analysis is done manually, often outdated by demo 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Outreach emails are generic templates with near-zero conversion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FundReady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that takes your startup idea and automatically generates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investor-ready deal room — backed by real, live market 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514600"/>
            <a:ext cx="2011680" cy="2286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8F7A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517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Research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370332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scrapes competitors,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rounds &amp; market news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87168" y="2514600"/>
            <a:ext cx="2011680" cy="2286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8F7A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65176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32888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32888" y="370332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synthesizes TAM/SAM,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&amp; positioning strategy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0016" y="2514600"/>
            <a:ext cx="2011680" cy="2286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8F7A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65176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45736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 Deal Room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745736" y="370332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Organized, shareable folder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send to investors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912864" y="2514600"/>
            <a:ext cx="2011680" cy="2286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8F7A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2651760"/>
            <a:ext cx="594360" cy="5943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58584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Refinement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958584" y="370332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follow-ups, iterate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doc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41732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28600" y="960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 Idea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13258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their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concept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2057400"/>
            <a:ext cx="155448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801368" y="914400"/>
            <a:ext cx="1417320" cy="25603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01368" y="960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47088" y="16276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Apify Scrapes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47088" y="2148840"/>
            <a:ext cx="13258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ProductHunt, news,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Crunchbase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2057400"/>
            <a:ext cx="155448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74136" y="914400"/>
            <a:ext cx="1417320" cy="2560320"/>
          </a:xfrm>
          <a:prstGeom prst="rect">
            <a:avLst/>
          </a:prstGeom>
          <a:solidFill>
            <a:srgbClr val="008F7A"/>
          </a:solidFill>
          <a:ln w="12700">
            <a:solidFill>
              <a:srgbClr val="008F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74136" y="960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19856" y="16276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Analyzes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9856" y="2148840"/>
            <a:ext cx="13258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TAM, ICP,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91456" y="2057400"/>
            <a:ext cx="155448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946904" y="914400"/>
            <a:ext cx="1417320" cy="2560320"/>
          </a:xfrm>
          <a:prstGeom prst="rect">
            <a:avLst/>
          </a:prstGeom>
          <a:solidFill>
            <a:srgbClr val="1264A3"/>
          </a:solidFill>
          <a:ln w="12700">
            <a:solidFill>
              <a:srgbClr val="1264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46904" y="960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992624" y="16276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 Deal Room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92624" y="2148840"/>
            <a:ext cx="13258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saved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 Box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4224" y="2057400"/>
            <a:ext cx="155448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519672" y="914400"/>
            <a:ext cx="1417320" cy="25603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19672" y="960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565392" y="16276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&amp; Refine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65392" y="2148840"/>
            <a:ext cx="13258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any doc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36576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Box output: /your-startup/  →  market_research.md  •  competitor_analysis.md  •  one_pager.md  •  investor_emails.md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0515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B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05840"/>
            <a:ext cx="1371600" cy="10515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0058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Apify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115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4813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scraper actors — pulls live data from ProductHunt, TechCrunch, Google News, funding databases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74320" y="2240280"/>
            <a:ext cx="1371600" cy="1051560"/>
          </a:xfrm>
          <a:prstGeom prst="rect">
            <a:avLst/>
          </a:prstGeom>
          <a:solidFill>
            <a:srgbClr val="1264A3"/>
          </a:solidFill>
          <a:ln w="12700">
            <a:solidFill>
              <a:srgbClr val="1264A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" y="22402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350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Storage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27157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deal room: secure enterprise file storage, shareable link to investors with one click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474720"/>
            <a:ext cx="8595360" cy="10515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BF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74320" y="3474720"/>
            <a:ext cx="1371600" cy="10515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4320" y="34747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3584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 / LLM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950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FastAPI backend — Anthropic Claude Sonnet 4.6 for LLM reasoning, analysis, and document generation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Framework: LangGraph  •  Orchestration: FastAPI  •  UI: React  •  Language: Python 3.11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WIN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247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Data, Not Hallucinations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5819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pulls live competitor &amp; funding data. Judges can't say 'it's just ChatGPT'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416052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630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1247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 = Investor Deal Room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577840" y="15819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saved files — a shareable, VC-grade due diligence folder, naturally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2880360"/>
            <a:ext cx="416052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Painful Problem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350215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solo founder spends 2-4 weeks on this manually. We do it in 5 minutes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880360"/>
            <a:ext cx="416052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38328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044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Hits All 3 Sponsor Prizes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577840" y="350215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(filesystem for agents) + Apify (scraping) + AWS (compute + LLM)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097280" cy="7498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6012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Apify Research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08760" y="960120"/>
            <a:ext cx="736092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CF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64592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3441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scraping: competitors, funding rounds &amp; market news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097280" cy="749808"/>
          </a:xfrm>
          <a:prstGeom prst="rect">
            <a:avLst/>
          </a:prstGeom>
          <a:solidFill>
            <a:srgbClr val="008F7A"/>
          </a:solidFill>
          <a:ln w="12700">
            <a:solidFill>
              <a:srgbClr val="008F7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192024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LangGraph Agent (4 nodes)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08760" y="1920240"/>
            <a:ext cx="7360920" cy="749808"/>
          </a:xfrm>
          <a:prstGeom prst="rect">
            <a:avLst/>
          </a:prstGeom>
          <a:solidFill>
            <a:srgbClr val="EEF4F8"/>
          </a:solidFill>
          <a:ln w="12700">
            <a:solidFill>
              <a:srgbClr val="DDECF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64592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30428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4-node graph: scrape → analyze → generate → upload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1097280" cy="749808"/>
          </a:xfrm>
          <a:prstGeom prst="rect">
            <a:avLst/>
          </a:prstGeom>
          <a:solidFill>
            <a:srgbClr val="1264A3"/>
          </a:solidFill>
          <a:ln w="12700">
            <a:solidFill>
              <a:srgbClr val="1264A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74320" y="288036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Box Deal Room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08760" y="2880360"/>
            <a:ext cx="7360920" cy="749808"/>
          </a:xfrm>
          <a:prstGeom prst="rect">
            <a:avLst/>
          </a:prstGeom>
          <a:solidFill>
            <a:srgbClr val="F7FAFC"/>
          </a:solidFill>
          <a:ln w="12700">
            <a:solidFill>
              <a:srgbClr val="DDECF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64592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2644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OAuth2-free auth; structured deal room folder live in seconds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1097280" cy="7498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384048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Chat UI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08760" y="3840480"/>
            <a:ext cx="7360920" cy="749808"/>
          </a:xfrm>
          <a:prstGeom prst="rect">
            <a:avLst/>
          </a:prstGeom>
          <a:solidFill>
            <a:srgbClr val="EEF4F8"/>
          </a:solidFill>
          <a:ln w="12700">
            <a:solidFill>
              <a:srgbClr val="DDECF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64592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/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42245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your docs powered by Claude Sonnet 4.6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Pipeline fully working  •  Box deal room live  •  End-to-end demo ready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2A44"/>
          </a:solidFill>
          <a:ln w="12700">
            <a:solidFill>
              <a:srgbClr val="0D2A44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400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napkin idea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investor-ready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5 minutes.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FundReady AI.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1264A3"/>
          </a:solidFill>
          <a:ln w="12700">
            <a:solidFill>
              <a:srgbClr val="1264A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41605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6032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Apify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41605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6344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Sonnet 4.6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41605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008F7A"/>
          </a:solidFill>
          <a:ln w="12700">
            <a:solidFill>
              <a:srgbClr val="008F7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6656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LangGraph  •  FastAPI  •  React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FundReady AI — Hackathon Pitch</dc:title>
  <dc:subject>PptxGenJS Presentation</dc:subject>
  <dc:creator>PptxGenJS</dc:creator>
  <cp:lastModifiedBy>PptxGenJS</cp:lastModifiedBy>
  <cp:revision>1</cp:revision>
  <dcterms:created xsi:type="dcterms:W3CDTF">2026-05-30T06:52:28Z</dcterms:created>
  <dcterms:modified xsi:type="dcterms:W3CDTF">2026-05-30T06:52:28Z</dcterms:modified>
</cp:coreProperties>
</file>